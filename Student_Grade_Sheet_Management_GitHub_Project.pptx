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Grade Sheet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Project Presentation</a:t>
            </a:r>
          </a:p>
          <a:p>
            <a:r>
              <a:t>Name: Student Grade Sheet Management</a:t>
            </a:r>
          </a:p>
          <a:p>
            <a:r>
              <a:t>Technology: 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manages student grades digitally.</a:t>
            </a:r>
          </a:p>
          <a:p>
            <a:r>
              <a:t>It helps store, update, and retrieve student academic records easily.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grade management is time-consuming.</a:t>
            </a:r>
          </a:p>
          <a:p>
            <a:r>
              <a:t>Risk of data loss and calculation errors.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 grade calculation</a:t>
            </a:r>
          </a:p>
          <a:p>
            <a:r>
              <a:t>• Reduce manual work</a:t>
            </a:r>
          </a:p>
          <a:p>
            <a:r>
              <a:t>• Improve accuracy</a:t>
            </a:r>
          </a:p>
          <a:p>
            <a:r>
              <a:t>• Easy data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 details management</a:t>
            </a:r>
          </a:p>
          <a:p>
            <a:r>
              <a:t>• Grade calculation</a:t>
            </a:r>
          </a:p>
          <a:p>
            <a:r>
              <a:t>• Result generation</a:t>
            </a:r>
          </a:p>
          <a:p>
            <a:r>
              <a:t>• Secure data handling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GitHub</a:t>
            </a:r>
          </a:p>
          <a:p>
            <a:r>
              <a:t>• Programming Language (C / Java / Python)</a:t>
            </a:r>
          </a:p>
          <a:p>
            <a:r>
              <a:t>• Database (if applicable)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Source code hosted on GitHub</a:t>
            </a:r>
          </a:p>
          <a:p>
            <a:r>
              <a:t>• Version control</a:t>
            </a:r>
          </a:p>
          <a:p>
            <a:r>
              <a:t>• Collaboration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 processing</a:t>
            </a:r>
          </a:p>
          <a:p>
            <a:r>
              <a:t>• Accuracy</a:t>
            </a:r>
          </a:p>
          <a:p>
            <a:r>
              <a:t>• Easy maintenance</a:t>
            </a:r>
          </a:p>
          <a:p>
            <a:r>
              <a:t>• Time-saving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Grade Sheet Management System simplifies academic record handling and improves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